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FFFFF"/>
                </a:solidFill>
              </a:rPr>
              <a:t>LearnedCircle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8961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F5F1E8"/>
                </a:solidFill>
              </a:rPr>
              <a:t>Investor pitch deck
Flagship legal technology company for Nigeria and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006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48A45"/>
                </a:solidFill>
              </a:rPr>
              <a:t>Raising US$250k-US$1m equivalent | N100m for 12%, N200m for 15%, N500m for 20%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Make trusted legal help easier to find.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Help lawyers build digital visibility, credibility and opportunity.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Build from Nigeria into a pan-African legal professional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MARKET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Clients cannot easily assess legal credibility online.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Lawyers rely too heavily on referrals and informal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Jobs, mentorship, content and professional networking are fragmented.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LEARNEDCIRCLE + LEGALCIRCLE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LearnedCircle is the flagship legal marketplace and profile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LegalCircle is the content, article, debate and professional network arm.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Together they create trust, traffic, recurring revenue and professional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CURRENT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Verified lawyer profiles and public client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Premium direct contact, publishing, online chat and invoices.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Jobs, adverts, guest blog, mentorship and admin moderation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NIGERIA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Nigeria lawyer market commonly discussed around 200,000-250,000 lawyers.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Model uses a conservative 220,000 planning midpoint.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Africa expansion follows once Nigeria playbook is validated.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SUBSCRIPTION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N10,000 monthly or N100,000 yearly premium lawyer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Job posts, adverts, featured placements and sponsored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Practice tools such as branded invoices improve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TRUST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Legal-specific verification and profile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Content and mentorship build professional network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Founder-led legal context through Advocati LP positioning.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GROWTH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NBA branch and senior-lawyer outreach.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Content-led growth through LegalCircle.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Employer, law firm and corporate-practice partnerships.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FOUNDATION IN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Domain, hosting, core website and public user 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Supabase database foundation, moderation and account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Premium model, invoice workspace and investor materials underway.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BASE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Financial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- 22,000 lawyers onboarded in base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- 4,400 premium lawyers at 20% conversion.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N520m illustrative annual potential including jobs and adverts.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USE OF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Team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Product and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Verification, customer support and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Marketing, partnerships and legal content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INVESTMENT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Funding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N100m for 12% equity.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N200m for 15% equity.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N500m for 20% equity.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777240"/>
            <a:ext cx="3474720" cy="1600200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042415"/>
            <a:ext cx="2926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N100m / 12%
N200m / 15%
N500m / 20%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- 35% marketing and acquisition.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- 30% hiring and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- 20% technology, payments, mobile and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15383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- 15% legal, compliance, admin and reserve.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8A45"/>
                </a:solidFill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67665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32620"/>
                </a:solidFill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Legal services are moving online.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8152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The profession needs trusted digital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4845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0352F"/>
                </a:solidFill>
              </a:rPr>
              <a:t>- LearnedCircle can own the legal network category from Nigeria outward.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